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RDO cbm é o aplicativo que vamos usar para registrar as atividades da frente de serviço. A ideia da reunião é mostrar por que ele existe, o que ele faz e o que muda para vocês e para a gestão.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intuito tem três partes. Primeiro, padronizar as fotos que vão para o grupo: a ECOVIAS exige foto das atividades para medir o serviço, e o app garante que toda foto saia com a mesma informação. Segundo, as fotos do dia já entram no relatório, então ninguém fotografa duas vezes. Terceiro, o mapa ajuda a achar a estaca com precisão. Reforçar: antes, durante 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não é crítica a ninguém: é o processo de hoje. A foto chega de jeitos diferentes, o local vai escrito à parte e o relatório é montado depois. Com o app, a informação já sai na foto e a mesma foto serve para o grupo e para 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foto que o app tira. Tudo o que está escrito nela sai sozinho: trecho, KM, estaca, serviço, a descrição de vocês, data, hora, coordenadas e o minimapa. É isso que faz a foto valer na medição. Se possível, trocar este exemplo por uma foto real da nossa 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registro tem quatro passos. O GPS preenche o local, a pessoa escolhe o serviço numa lista que vai filtrando, informa a medição se tiver medido e fotografa com o celular deitado. Para serviço que se repete, importar a atividade anterior economiza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mostra a imagem aérea da obra, sobreposta ao satélite. O ponto azul é onde a pessoa está, e dá para ir direto a uma estaca. A régua mede comprimento e área tocando no mapa. As imagens são atualizadas toda semana, então dá para ver o andamento da obra de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fim do dia o relatório sai pronto: as fotos que já foram tiradas, as atividades, o clima por período e a equipe, que pode vir do apontamento ou ser preenchida à mão. Dá para mandar no WhatsApp ou imprimir. Quem gera pode ser o próprio encarregado ou o João apontador.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frente de serviço nem sempre tem sinal, e o app foi feito pensando nisso. Tudo funciona sem internet e é enviado sozinho quando a conexão volta. Se o celular for trocado, basta entrar com a mesma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para o encarregado: tira a foto uma vez e ela serve para o grupo e para o relatório; o relatório sai sem ser montado na mão; a estaca vem certa; o serviço fica comprovado; a régua ajuda a conferir uma medida; e nada se perde se o celular quebrar.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gestão, a principal mudança é visibilidade: o que a frente registra chega assim que houver rede. A medição passa a ter evidência no padrão da ECOVIAS, dá para acompanhar quem apontou no dia, a produção vem por serviço, o clima fica documentado e o histórico da obra fica organizado. Os supervisores acompanham a própria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começar: instalar o app (por enquanto só Android), fazer o cadastro, ver o vídeo e o tutorial da aba Início e começar a fotografar. Chamar atenção para a matrícula: é a do crachá, com o zero na frente. Qualquer dificuldade, falar comigo no privado.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a ideia é simples, foto certa, no lugar certo, pronta para a medição.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868680"/>
            <a:ext cx="4480560" cy="4480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6868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078992"/>
            <a:ext cx="493776" cy="4937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210312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RDO cbm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3832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padronizada, no lugar certo e pronta para a medição — do campo ao relatório do dia.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com os encarregados   •   2026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5788152"/>
            <a:ext cx="2084832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app existe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necessidades do dia a dia da frente de serviço, resolvidas no mesmo lugar.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76218" cy="338328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6272"/>
            <a:ext cx="749808" cy="74980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136" y="2348728"/>
            <a:ext cx="404896" cy="404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546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no padrão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75888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fotos das atividades são exigência da ECOVIAS para medir o serviço. No app, toda foto sai com a mesma informação.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307738" y="1828800"/>
            <a:ext cx="3576218" cy="338328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7778" y="2176272"/>
            <a:ext cx="749808" cy="74980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34" y="2348728"/>
            <a:ext cx="404896" cy="404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27778" y="31546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retrabalho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27778" y="3675888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fotos que você tira durante o dia já entram no RDO. Cada encarregado gera o seu — ou o João apontador gera.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66837" y="1828800"/>
            <a:ext cx="3576218" cy="3383280"/>
          </a:xfrm>
          <a:prstGeom prst="roundRect">
            <a:avLst>
              <a:gd name="adj" fmla="val 32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6877" y="2176272"/>
            <a:ext cx="749808" cy="74980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33" y="2348728"/>
            <a:ext cx="404896" cy="404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6877" y="31546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Estaca certa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86877" y="3675888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mostra onde você está na obra, para passar a estaca com muito mais precisão.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63270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44752" y="5440680"/>
            <a:ext cx="9951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durante e depois de cada serviço</a:t>
            </a:r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 essa sequência de fotos que comprova a execução na medição.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na prática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55768" cy="4892040"/>
          </a:xfrm>
          <a:prstGeom prst="roundRect">
            <a:avLst>
              <a:gd name="adj" fmla="val 22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4592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26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542032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51460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foto chega ao grupo num formato diferente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38144"/>
            <a:ext cx="347472" cy="3474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3410712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Trecho, KM e estaca vão escritos à parte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34256"/>
            <a:ext cx="347472" cy="34747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4306824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é montado depois, foto por foto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230368"/>
            <a:ext cx="347472" cy="34747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08760" y="5202936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local e hora na foto, fica difícil comprovar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6187288" y="1325880"/>
            <a:ext cx="5455768" cy="4892040"/>
          </a:xfrm>
          <a:prstGeom prst="roundRect">
            <a:avLst>
              <a:gd name="adj" fmla="val 2243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598768" y="164592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RDO cbm</a:t>
            </a:r>
            <a:endParaRPr lang="en-US" sz="2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8" y="2542032"/>
            <a:ext cx="347472" cy="34747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147408" y="2514600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foto sai com trecho, KM, estaca, data, hora e localização</a:t>
            </a:r>
            <a:endParaRPr lang="en-US" sz="1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8" y="3438144"/>
            <a:ext cx="347472" cy="34747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147408" y="3410712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GPS preenche o local; você só confere</a:t>
            </a:r>
            <a:endParaRPr lang="en-US" sz="17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8" y="4334256"/>
            <a:ext cx="347472" cy="347472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147408" y="4306824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fotos do dia já entram no relatório</a:t>
            </a:r>
            <a:endParaRPr lang="en-US" sz="17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8" y="5230368"/>
            <a:ext cx="347472" cy="34747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47408" y="5202936"/>
            <a:ext cx="408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foto comprova o serviço na medição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foto já sai pronta para a medição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89320" cy="449199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989320" cy="44919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8187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gerado com o carimbo do próprio app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627" y="1497787"/>
            <a:ext cx="296266" cy="2962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26680" y="1353312"/>
            <a:ext cx="3916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Trecho, KM e estaca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26680" y="1709928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local da frente de serviço, no padrão do projeto.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949440" y="2267712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627" y="2393899"/>
            <a:ext cx="296266" cy="29626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26680" y="2249424"/>
            <a:ext cx="3916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e passo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7726680" y="2606040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executado, do jeito que é medido.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949440" y="3163824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627" y="3290011"/>
            <a:ext cx="296266" cy="2962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726680" y="3145536"/>
            <a:ext cx="3916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descrição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7726680" y="3502152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que só quem está na frente sabe.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949440" y="4059936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627" y="4186123"/>
            <a:ext cx="296266" cy="29626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726680" y="4041648"/>
            <a:ext cx="3916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hora e coordenadas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7726680" y="4398264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Gravadas na imagem, sem digitar nada em cima dela.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949440" y="4956048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627" y="5082235"/>
            <a:ext cx="296266" cy="29626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726680" y="4937760"/>
            <a:ext cx="3916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Minimapa</a:t>
            </a:r>
            <a:endParaRPr lang="en-US" sz="1700" dirty="0"/>
          </a:p>
        </p:txBody>
      </p:sp>
      <p:sp>
        <p:nvSpPr>
          <p:cNvPr id="25" name="Text 17"/>
          <p:cNvSpPr txBox="1"/>
          <p:nvPr/>
        </p:nvSpPr>
        <p:spPr>
          <a:xfrm>
            <a:off x="7726680" y="5294376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onde a foto foi tirada, sobre a imagem da obra.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é rápido: 4 passos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77824" y="1975104"/>
            <a:ext cx="8488375" cy="0"/>
          </a:xfrm>
          <a:prstGeom prst="line">
            <a:avLst/>
          </a:prstGeom>
          <a:noFill/>
          <a:ln w="25400">
            <a:solidFill>
              <a:srgbClr val="CBD2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658368" cy="65836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pelo GPS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9923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toque em “Preencher pela minha localização” traz trecho, KM e estaca. Você confere a estaca final.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8098" y="1645920"/>
            <a:ext cx="658368" cy="65836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78098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78098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o serviço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378098" y="299923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Atividade, serviço e passo em cascata: a lista vai encurtando a cada escolha.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7557" y="1645920"/>
            <a:ext cx="658368" cy="65836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7557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07557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e descrição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07557" y="299923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e unidade, se você mediu. Na descrição, o que ajuda quem vai ler.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37015" y="1645920"/>
            <a:ext cx="658368" cy="65836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37015" y="1645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037015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37015" y="2999232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na horizontal. Antes, durante e depois do serviço.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828032"/>
            <a:ext cx="585216" cy="585216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280" y="4962632"/>
            <a:ext cx="316017" cy="316017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91640" y="443484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ganhar tempo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repetido? Use “Importar de uma atividade anterior” e ajuste só o que mudou.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a atividade? Toque em “O que é cada atividade?”.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mapa da obra no seu celular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85216" cy="585216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40" y="1551920"/>
            <a:ext cx="316017" cy="31601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62456" y="139903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aérea da obra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62456" y="1755648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Georreferenciada e sobreposta ao satélite.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87752"/>
            <a:ext cx="585216" cy="585216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40" y="2722352"/>
            <a:ext cx="316017" cy="31601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62456" y="2569464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você está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62456" y="2926080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azul mostra a sua posição na obra.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758184"/>
            <a:ext cx="585216" cy="585216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40" y="3892784"/>
            <a:ext cx="316017" cy="31601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62456" y="3739896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 até a estaca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62456" y="4096512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estaca e o mapa mostra a direção até ela.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4928616"/>
            <a:ext cx="585216" cy="585216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40" y="5063216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62456" y="4910328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362456" y="5266944"/>
            <a:ext cx="4078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comprimento (m) e área (m²) tocando no mapa.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5745175" y="1325880"/>
            <a:ext cx="5897880" cy="3123419"/>
          </a:xfrm>
          <a:prstGeom prst="roundRect">
            <a:avLst>
              <a:gd name="adj" fmla="val 292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5175" y="1325880"/>
            <a:ext cx="5897880" cy="312341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745175" y="4540739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aérea real do C1, a mesma que aparece no app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745175" y="4937760"/>
            <a:ext cx="5897880" cy="1188720"/>
          </a:xfrm>
          <a:prstGeom prst="roundRect">
            <a:avLst>
              <a:gd name="adj" fmla="val 9231"/>
            </a:avLst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7783" y="5294376"/>
            <a:ext cx="475488" cy="47548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05295" y="4937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 toda semana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 andamento da obra por uma perspectiva diferente.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relatório do dia sai pronto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160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4160520" cy="868680"/>
          </a:xfrm>
          <a:prstGeom prst="rect">
            <a:avLst/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RDO — Relatório Diário de Obra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 de Ibiraçu   •   28/08/2026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572768"/>
            <a:ext cx="1005840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624328"/>
            <a:ext cx="1161288" cy="36576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2432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  ·  sol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29968" y="2624328"/>
            <a:ext cx="1161288" cy="36576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029968" y="262432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 ·  sol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82696" y="2624328"/>
            <a:ext cx="1161288" cy="36576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82696" y="262432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Noite  ·  nublado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3493008"/>
            <a:ext cx="3383280" cy="82296"/>
          </a:xfrm>
          <a:prstGeom prst="rect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3694176"/>
            <a:ext cx="2834640" cy="82296"/>
          </a:xfrm>
          <a:prstGeom prst="rect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895344"/>
            <a:ext cx="3108960" cy="82296"/>
          </a:xfrm>
          <a:prstGeom prst="rect">
            <a:avLst/>
          </a:prstGeom>
          <a:solidFill>
            <a:srgbClr val="CBD2D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98848"/>
            <a:ext cx="1783080" cy="1337310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498848"/>
            <a:ext cx="1783080" cy="133731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77240" y="586359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1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2697480" y="586359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2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257800" y="137160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987" y="1497787"/>
            <a:ext cx="296266" cy="29626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035040" y="1353312"/>
            <a:ext cx="5608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do dia, numeradas e legendadas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6035040" y="1709928"/>
            <a:ext cx="560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que você já tirou em campo.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257800" y="2258568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987" y="2384755"/>
            <a:ext cx="296266" cy="29626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035040" y="2240280"/>
            <a:ext cx="5608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Atividades listadas sozinhas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6035040" y="2596896"/>
            <a:ext cx="560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Serviço, local e medição de cada registro.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5257800" y="3145536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987" y="3271723"/>
            <a:ext cx="296266" cy="29626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035040" y="3127248"/>
            <a:ext cx="5608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 por período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6035040" y="3483864"/>
            <a:ext cx="560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Manhã, tarde e noite — base para justificar paralisação por chuva.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5257800" y="4032504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3987" y="4158691"/>
            <a:ext cx="296266" cy="29626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035040" y="4014216"/>
            <a:ext cx="5608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do apontamento</a:t>
            </a:r>
            <a:endParaRPr lang="en-US" sz="1700" dirty="0"/>
          </a:p>
        </p:txBody>
      </p:sp>
      <p:sp>
        <p:nvSpPr>
          <p:cNvPr id="39" name="Text 30"/>
          <p:cNvSpPr txBox="1"/>
          <p:nvPr/>
        </p:nvSpPr>
        <p:spPr>
          <a:xfrm>
            <a:off x="6035040" y="4370832"/>
            <a:ext cx="560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Efetivo contado por função, ou preenchido à mão se estiver sem internet.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5257800" y="4919472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3987" y="5045659"/>
            <a:ext cx="296266" cy="29626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035040" y="4901184"/>
            <a:ext cx="5608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Compartilhe na hora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6035040" y="5257800"/>
            <a:ext cx="5608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e-mail ou impressão.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5257800" y="5852160"/>
            <a:ext cx="6385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gerado por você ou pelo João apontador.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para funcionar na frente de serviço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960120" cy="960120"/>
          </a:xfrm>
          <a:prstGeom prst="ellipse">
            <a:avLst/>
          </a:prstGeom>
          <a:solidFill>
            <a:srgbClr val="323E4A"/>
          </a:solidFill>
          <a:ln w="12700">
            <a:solidFill>
              <a:srgbClr val="323E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68" y="2003908"/>
            <a:ext cx="518465" cy="5184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632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sinal? Continua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39312"/>
            <a:ext cx="3256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foto funcionam sem internet. O app guarda tudo no celular.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307738" y="1783080"/>
            <a:ext cx="960120" cy="960120"/>
          </a:xfrm>
          <a:prstGeom prst="ellipse">
            <a:avLst/>
          </a:prstGeom>
          <a:solidFill>
            <a:srgbClr val="323E4A"/>
          </a:solidFill>
          <a:ln w="12700">
            <a:solidFill>
              <a:srgbClr val="323E4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566" y="2003908"/>
            <a:ext cx="518465" cy="5184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07738" y="30632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automático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307738" y="3639312"/>
            <a:ext cx="3256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internet volta, registros e fotos sobem sozinhos.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8066837" y="1783080"/>
            <a:ext cx="960120" cy="960120"/>
          </a:xfrm>
          <a:prstGeom prst="ellipse">
            <a:avLst/>
          </a:prstGeom>
          <a:solidFill>
            <a:srgbClr val="323E4A"/>
          </a:solidFill>
          <a:ln w="12700">
            <a:solidFill>
              <a:srgbClr val="323E4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664" y="2003908"/>
            <a:ext cx="518465" cy="5184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66837" y="306324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Trocou de celular?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8066837" y="3639312"/>
            <a:ext cx="3256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com a mesma conta e o seu histórico recente volta.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registra. O app cuida do resto.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ganha, encarregado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76218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600200"/>
            <a:ext cx="566928" cy="56692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41" y="1730593"/>
            <a:ext cx="306141" cy="30614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2304288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foto, dois usos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715768"/>
            <a:ext cx="29910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do grupo é a mesma que entra no relatório.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07738" y="1325880"/>
            <a:ext cx="3576218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00346" y="1600200"/>
            <a:ext cx="566928" cy="56692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40" y="1730593"/>
            <a:ext cx="306141" cy="30614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0346" y="2304288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RDO sem retrabalho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00346" y="2715768"/>
            <a:ext cx="29910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junta sozinho as fotos e as atividades do dia.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66837" y="1325880"/>
            <a:ext cx="3576218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59445" y="1600200"/>
            <a:ext cx="566928" cy="56692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838" y="1730593"/>
            <a:ext cx="306141" cy="30614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59445" y="2304288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Estaca certa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59445" y="2715768"/>
            <a:ext cx="29910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 mapa mostram onde você está no projeto.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76218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1248" y="4160520"/>
            <a:ext cx="566928" cy="56692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41" y="4290913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1248" y="4864608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comprovado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41248" y="5276088"/>
            <a:ext cx="29910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foto registra onde, quando e o que foi feito.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4307738" y="3886200"/>
            <a:ext cx="3576218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00346" y="4160520"/>
            <a:ext cx="566928" cy="56692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740" y="4290913"/>
            <a:ext cx="306141" cy="30614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00346" y="4864608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 no mapa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00346" y="5276088"/>
            <a:ext cx="29910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dá comprimento e área para conferir sem esticar trena.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8066837" y="3886200"/>
            <a:ext cx="3576218" cy="2331720"/>
          </a:xfrm>
          <a:prstGeom prst="roundRect">
            <a:avLst>
              <a:gd name="adj" fmla="val 470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59445" y="4160520"/>
            <a:ext cx="566928" cy="566928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838" y="4290913"/>
            <a:ext cx="306141" cy="30614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59445" y="4864608"/>
            <a:ext cx="2991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perde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59445" y="5276088"/>
            <a:ext cx="29910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fica salvo na nuvem, mesmo se o celular quebrar.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gestão da obra ganha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77640" cy="4846320"/>
          </a:xfrm>
          <a:prstGeom prst="roundRect">
            <a:avLst>
              <a:gd name="adj" fmla="val 275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09928"/>
            <a:ext cx="749808" cy="749808"/>
          </a:xfrm>
          <a:prstGeom prst="ellipse">
            <a:avLst/>
          </a:prstGeom>
          <a:solidFill>
            <a:srgbClr val="323E4A"/>
          </a:solidFill>
          <a:ln w="12700">
            <a:solidFill>
              <a:srgbClr val="323E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856" y="1882384"/>
            <a:ext cx="404896" cy="404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9748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o que a frente registra chega à gestão assim que o celular pega rede.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8463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Supervisores acompanham a própria equipe e geram o relatório consolidado.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227" y="1589227"/>
            <a:ext cx="296266" cy="2962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1444752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com evidência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1801368"/>
            <a:ext cx="2499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no padrão exigido pela ECOVIAS.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366760" y="146304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47" y="1589227"/>
            <a:ext cx="296266" cy="2962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144000" y="1444752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 diário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0" y="1801368"/>
            <a:ext cx="2499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apontou e quem ainda não apontou hoje.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227" y="3189427"/>
            <a:ext cx="296266" cy="29626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0" y="3044952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por serviço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3401568"/>
            <a:ext cx="2499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e unidade medidas em cada registro.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366760" y="306324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947" y="3189427"/>
            <a:ext cx="296266" cy="29626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44000" y="3044952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 documentado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144000" y="3401568"/>
            <a:ext cx="2499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justificar paralisação por chuva.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892040" y="466344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8227" y="4789627"/>
            <a:ext cx="296266" cy="29626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669280" y="4645152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por função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5669280" y="5001768"/>
            <a:ext cx="2499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Efetivo do apontamento em cada relatório.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8366760" y="4663440"/>
            <a:ext cx="548640" cy="548640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2947" y="4789627"/>
            <a:ext cx="296266" cy="29626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144000" y="4645152"/>
            <a:ext cx="2499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da obra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9144000" y="5001768"/>
            <a:ext cx="2499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organizado por trecho, KM e estaca.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começar hoje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08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Instale o app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013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enquanto, disponível só para celular Android.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51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o seu cadastro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443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matrícula, e-mail e senha — uma vez só.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694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o passo a passo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873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no grupo e tutorial sempre disponível na aba Início.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8371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a fotografar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2303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durante e depois de cada serviço.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0" y="1325880"/>
            <a:ext cx="4144975" cy="2834640"/>
          </a:xfrm>
          <a:prstGeom prst="roundRect">
            <a:avLst>
              <a:gd name="adj" fmla="val 3871"/>
            </a:avLst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60020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6926" y="1739006"/>
            <a:ext cx="325892" cy="32589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818120" y="2331720"/>
            <a:ext cx="3504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na matrícula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818120" y="2788920"/>
            <a:ext cx="3504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do crachá, com o zero da frente — por exemplo, 051395. É por ela que o app encontra a sua equipe; se vier errada, o relatório sai sem o efetivo.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498080" y="4343400"/>
            <a:ext cx="4144975" cy="1783080"/>
          </a:xfrm>
          <a:prstGeom prst="roundRect">
            <a:avLst>
              <a:gd name="adj" fmla="val 615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18120" y="4617720"/>
            <a:ext cx="603504" cy="603504"/>
          </a:xfrm>
          <a:prstGeom prst="ellipse">
            <a:avLst/>
          </a:prstGeom>
          <a:solidFill>
            <a:srgbClr val="FFE3D1"/>
          </a:solidFill>
          <a:ln w="12700">
            <a:solidFill>
              <a:srgbClr val="FFE3D1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926" y="4756526"/>
            <a:ext cx="325892" cy="32589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595360" y="4690872"/>
            <a:ext cx="2819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Ficou com dúvida?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7818120" y="5349240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 o Gabriel no privado. Ninguém precisa resolver sozinho.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880360"/>
            <a:ext cx="3931920" cy="3931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024128"/>
            <a:ext cx="466344" cy="46634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941832"/>
            <a:ext cx="2039112" cy="61264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22960" y="1965960"/>
            <a:ext cx="8503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certa, no lugar certo,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pronta para a medição.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822960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32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RDO cbm   •   Construtora Barbosa Mello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Construtora Barbosa Mello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RDO cbm — reunião com os encarregados</dc:title>
  <dc:subject>PptxGenJS Presentation</dc:subject>
  <dc:creator>PptxGenJS</dc:creator>
  <cp:lastModifiedBy>PptxGenJS</cp:lastModifiedBy>
  <cp:revision>1</cp:revision>
  <dcterms:created xsi:type="dcterms:W3CDTF">2026-09-11T20:40:28Z</dcterms:created>
  <dcterms:modified xsi:type="dcterms:W3CDTF">2026-09-11T20:40:28Z</dcterms:modified>
</cp:coreProperties>
</file>
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app criado dentro da rotina real de campo de obras lineares (rodovia/ferrovia). A proposta: eliminar papel e retrabalho entre o campo e o RDO.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 do processo atual: falta de padrão, retrabalho diário e ausência de prova (foto sem contexto). Preparar o gancho para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 proposta de valor em 3 pilares. Destacar o offline-first: nada depende de sinal na frente de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completo do encarregado. Enfatizar: menos de 1 minuto entre chegar na frente de serviço e estar fotografando com tudo preenchido.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4 formas de preencher rápido. O GPS usa as coordenadas reais das estacas do projeto (precisão de metros). A cascata elimina erro de digitação e uniformiza 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foto deixa de ser um arquivo solto e vira documento: quem, onde, quando e qual serviço. O carimbo é aplicado no momento da captura, não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não é decorativo: orienta a equipe (onde estou / onde é a estaca X) e permite medições rápidas para estimativas.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encarregado fecha o dia no próprio celular; o engenheiro acompanha a produção sem esperar consolidação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Arquitetura: cada celular funciona sozinho (offline) e alimenta o banco central. O gestor vê a produção de todas as frentes em um painel, e administra usuários e dados sem tocar nos aparelhos.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conceito offline-first: o app nunca depende de sinal para funcionar; a nuvem é um espelho que recebe os dados quando dá. Isso elimina perda de dado e retrabalho.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Traduzir cada item para o benefício: precisão (menos erro de estaca), velocidade (câmera não trava), confiança (mapa alinhado) e integridade (nada some nem duplica).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vivo, se possível. O ponto-chave é a rapidez do preenchimento por GPS: poucos segundos entre abrir o app e estar pronto para fotografar.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ciclo: o encarregado só registra e fotografa; relatório e sincronização são consequências automáticas. Reforçar o "não precisa fazer nada" como principal ganho de adesão.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Benefícios em 4 números simples. Fechar com a frase de efeito: padronização + rastreabilidade + agilidade.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concreta de próximo passo: piloto de baixo risco com uma equipe. Encerrar com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160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6012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8590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152144"/>
            <a:ext cx="530352" cy="5303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Diário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3429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de obra digital com foto georreferenciada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campo ao relatório em minutos.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produto  •  Gabriel Souza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diário de obra hoje: manual, lento e sem prova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619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683593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45389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e WhatsApp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298448" y="1764792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se perdem, cada equipe registra de um jeito diferente.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06624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854025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62432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soltas na galeria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298448" y="2935224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local, sem hora, sem atividade — difícil provar o que foi executado.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77056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024457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79476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retrabalho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298448" y="4105656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RDO é remontado no escritório, todos os dias, para cada frente.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5047488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194889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496519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sem visibilidade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298448" y="5276088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do dia só aparece consolidada muito depois.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858000" y="141732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1F2933"/>
          </a:solidFill>
          <a:ln/>
        </p:spPr>
      </p:sp>
      <p:sp>
        <p:nvSpPr>
          <p:cNvPr id="20" name="Text 14"/>
          <p:cNvSpPr/>
          <p:nvPr/>
        </p:nvSpPr>
        <p:spPr>
          <a:xfrm>
            <a:off x="722376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invisível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223760" y="2423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dia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223760" y="2807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relatório por frente de serviço, montado à mão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223760" y="3611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medição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223760" y="3995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fotos e anotações que ninguém padronizou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23760" y="4800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mês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223760" y="51846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tomadas com dados atrasados e incompletos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solução: o RDO nasce pronto, no campo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Android feito para o canteiro: registra a atividade, fotografa com carimbo técnico e entrega o relatório no mesmo minuto — funcionando 100% offline.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0487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2552273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322576"/>
            <a:ext cx="5833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guiado em 2 etapas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98448" y="2633472"/>
            <a:ext cx="5833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dados oficiais do projeto: trecho, KM, estacas, via, atividade e serviço.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63931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78671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557016"/>
            <a:ext cx="5833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com carimbo georreferenciado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98448" y="3867912"/>
            <a:ext cx="5833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hora, estaca, coordenadas e minimapa impressos na imagem.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87375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502115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4791456"/>
            <a:ext cx="5833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PDF na hora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98448" y="5102352"/>
            <a:ext cx="5833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RDO completo com fotos numeradas, equipe, máquinas e DDS.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503920" y="1234440"/>
            <a:ext cx="2743200" cy="5120640"/>
          </a:xfrm>
          <a:prstGeom prst="roundRect">
            <a:avLst>
              <a:gd name="adj" fmla="val 8333"/>
            </a:avLst>
          </a:prstGeom>
          <a:solidFill>
            <a:srgbClr val="1F2933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22792" y="1380744"/>
            <a:ext cx="2505456" cy="4828032"/>
          </a:xfrm>
          <a:prstGeom prst="roundRect">
            <a:avLst>
              <a:gd name="adj" fmla="val 4380"/>
            </a:avLst>
          </a:prstGeom>
          <a:solidFill>
            <a:srgbClr val="F1F3F5"/>
          </a:solidFill>
          <a:ln/>
        </p:spPr>
      </p:sp>
      <p:sp>
        <p:nvSpPr>
          <p:cNvPr id="18" name="Text 13"/>
          <p:cNvSpPr/>
          <p:nvPr/>
        </p:nvSpPr>
        <p:spPr>
          <a:xfrm>
            <a:off x="8622792" y="150876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Diário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1947672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906256" y="19933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Trecho:  D2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78240" y="2569464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906256" y="26151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KM:  236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778240" y="3191256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906256" y="32369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Estaca:  285 – 309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778240" y="3813048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906256" y="38587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Via:  02 Norte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778240" y="4599432"/>
            <a:ext cx="2194560" cy="512064"/>
          </a:xfrm>
          <a:prstGeom prst="roundRect">
            <a:avLst>
              <a:gd name="adj" fmla="val 17857"/>
            </a:avLst>
          </a:prstGeom>
          <a:solidFill>
            <a:srgbClr val="E8590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472744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72600" y="4636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registro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campo ao relatório em 5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39696" cy="3017520"/>
          </a:xfrm>
          <a:prstGeom prst="roundRect">
            <a:avLst>
              <a:gd name="adj" fmla="val 4274"/>
            </a:avLst>
          </a:prstGeom>
          <a:solidFill>
            <a:srgbClr val="F1F3F5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828800"/>
            <a:ext cx="768096" cy="768096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2082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4944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individual; sessão fica salva no aparelho.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 rot="5400000">
            <a:off x="2702052" y="2944368"/>
            <a:ext cx="146304" cy="219456"/>
          </a:xfrm>
          <a:prstGeom prst="triangle">
            <a:avLst/>
          </a:prstGeom>
          <a:solidFill>
            <a:srgbClr val="E8590C"/>
          </a:solidFill>
          <a:ln/>
        </p:spPr>
      </p:sp>
      <p:sp>
        <p:nvSpPr>
          <p:cNvPr id="9" name="Shape 6"/>
          <p:cNvSpPr/>
          <p:nvPr/>
        </p:nvSpPr>
        <p:spPr>
          <a:xfrm>
            <a:off x="2862072" y="1554480"/>
            <a:ext cx="2139696" cy="3017520"/>
          </a:xfrm>
          <a:prstGeom prst="roundRect">
            <a:avLst>
              <a:gd name="adj" fmla="val 4274"/>
            </a:avLst>
          </a:prstGeom>
          <a:solidFill>
            <a:srgbClr val="F1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828800"/>
            <a:ext cx="768096" cy="768096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0208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27889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Preencher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08376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toque no GPS sugere trecho, KM e estaca.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 rot="5400000">
            <a:off x="5015484" y="2944368"/>
            <a:ext cx="146304" cy="219456"/>
          </a:xfrm>
          <a:prstGeom prst="triangle">
            <a:avLst/>
          </a:prstGeom>
          <a:solidFill>
            <a:srgbClr val="E8590C"/>
          </a:solidFill>
          <a:ln/>
        </p:spPr>
      </p:sp>
      <p:sp>
        <p:nvSpPr>
          <p:cNvPr id="15" name="Shape 11"/>
          <p:cNvSpPr/>
          <p:nvPr/>
        </p:nvSpPr>
        <p:spPr>
          <a:xfrm>
            <a:off x="5175504" y="1554480"/>
            <a:ext cx="2139696" cy="3017520"/>
          </a:xfrm>
          <a:prstGeom prst="roundRect">
            <a:avLst>
              <a:gd name="adj" fmla="val 4274"/>
            </a:avLst>
          </a:prstGeom>
          <a:solidFill>
            <a:srgbClr val="F1F3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861304" y="1828800"/>
            <a:ext cx="768096" cy="768096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02082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66944" y="27889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Fotografar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321808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já sai carimbada com dados e minimapa.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 rot="5400000">
            <a:off x="7328916" y="2944368"/>
            <a:ext cx="146304" cy="219456"/>
          </a:xfrm>
          <a:prstGeom prst="triangle">
            <a:avLst/>
          </a:prstGeom>
          <a:solidFill>
            <a:srgbClr val="E8590C"/>
          </a:solidFill>
          <a:ln/>
        </p:spPr>
      </p:sp>
      <p:sp>
        <p:nvSpPr>
          <p:cNvPr id="21" name="Shape 16"/>
          <p:cNvSpPr/>
          <p:nvPr/>
        </p:nvSpPr>
        <p:spPr>
          <a:xfrm>
            <a:off x="7488936" y="1554480"/>
            <a:ext cx="2139696" cy="3017520"/>
          </a:xfrm>
          <a:prstGeom prst="roundRect">
            <a:avLst>
              <a:gd name="adj" fmla="val 4274"/>
            </a:avLst>
          </a:prstGeom>
          <a:solidFill>
            <a:srgbClr val="F1F3F5"/>
          </a:solidFill>
          <a:ln/>
        </p:spPr>
      </p:sp>
      <p:sp>
        <p:nvSpPr>
          <p:cNvPr id="22" name="Shape 17"/>
          <p:cNvSpPr/>
          <p:nvPr/>
        </p:nvSpPr>
        <p:spPr>
          <a:xfrm>
            <a:off x="8174736" y="1828800"/>
            <a:ext cx="768096" cy="768096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020824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0376" y="27889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Gerar o RDO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635240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montado em segundos, em segundo plano.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 rot="5400000">
            <a:off x="9642348" y="2944368"/>
            <a:ext cx="146304" cy="219456"/>
          </a:xfrm>
          <a:prstGeom prst="triangle">
            <a:avLst/>
          </a:prstGeom>
          <a:solidFill>
            <a:srgbClr val="E8590C"/>
          </a:solidFill>
          <a:ln/>
        </p:spPr>
      </p:sp>
      <p:sp>
        <p:nvSpPr>
          <p:cNvPr id="27" name="Shape 21"/>
          <p:cNvSpPr/>
          <p:nvPr/>
        </p:nvSpPr>
        <p:spPr>
          <a:xfrm>
            <a:off x="9802368" y="1554480"/>
            <a:ext cx="2139696" cy="3017520"/>
          </a:xfrm>
          <a:prstGeom prst="roundRect">
            <a:avLst>
              <a:gd name="adj" fmla="val 4274"/>
            </a:avLst>
          </a:prstGeom>
          <a:solidFill>
            <a:srgbClr val="F1F3F5"/>
          </a:solidFill>
          <a:ln/>
        </p:spPr>
      </p:sp>
      <p:sp>
        <p:nvSpPr>
          <p:cNvPr id="28" name="Shape 22"/>
          <p:cNvSpPr/>
          <p:nvPr/>
        </p:nvSpPr>
        <p:spPr>
          <a:xfrm>
            <a:off x="10488168" y="1828800"/>
            <a:ext cx="768096" cy="768096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2" y="2020824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93808" y="27889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Sincronizar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948672" y="320040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fotos sobem sozinhos para a central.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E3D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21808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554480" y="5212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sinal? Sem problema. </a:t>
            </a:r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funciona offline; o app guarda e envia sozinho quando a rede voltar — feito para a realidade da obra.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rápido, padronizado e sem digitação solta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5564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1912559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1737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por GPS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27632" y="214884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localiza a estaca do projeto mais próxima e preenche trecho, KM e estaca — o encarregado só confirma.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5564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871" y="1912559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42632" y="1737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oficiais em cascata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42632" y="214884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→ KM → estaca → atividade → serviço vêm das tabelas do projeto. Todo registro nasce padronizado.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7880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4335719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27632" y="4160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atividade anterior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27632" y="457200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recorrente? Um toque copia o registro de ontem e só ajusta o que mudou.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417880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71" y="4335719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42632" y="4160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por voz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42632" y="457200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 direto no campo de descrição — sem digitar de luva ou sob sol.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foto é uma prova de execução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9AA5B1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FRENTE DE SERVIÇO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98848"/>
            <a:ext cx="5212080" cy="1170432"/>
          </a:xfrm>
          <a:prstGeom prst="rect">
            <a:avLst/>
          </a:prstGeom>
          <a:solidFill>
            <a:srgbClr val="1F2933">
              <a:alpha val="8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902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14/07/2026 13:18   •   D2  •  KM 236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Estaca 285 – 309   •   Via 02 Norte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-19.98974   Lon -40.41361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" y="4626864"/>
            <a:ext cx="1097280" cy="914400"/>
          </a:xfrm>
          <a:prstGeom prst="roundRect">
            <a:avLst>
              <a:gd name="adj" fmla="val 5000"/>
            </a:avLst>
          </a:prstGeom>
          <a:solidFill>
            <a:srgbClr val="3E4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5010912"/>
            <a:ext cx="146304" cy="146304"/>
          </a:xfrm>
          <a:prstGeom prst="ellipse">
            <a:avLst/>
          </a:prstGeom>
          <a:solidFill>
            <a:srgbClr val="4DA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2763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041" y="1775033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13448" y="1545336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Carimbo técnico automático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013448" y="185623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hora, trecho, KM, estaca, via e coordenadas gravados na imagem.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743200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41" y="289060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13448" y="2660904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Minimapa da posição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013448" y="29718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localização sobre o projeto sai impressa no canto da foto.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63640" y="3858768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41" y="400616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13448" y="3776472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Organizada por atividade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013448" y="408736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galeria bagunçada: cada foto pertence a um registro.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4974336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1" y="5121737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13448" y="4892040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como evidência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013448" y="520293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medições, auditorias e defesa em divergências contratuais.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geométrico no bolso do encarregado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3E4C3A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flipV="1">
            <a:off x="1188720" y="4297680"/>
            <a:ext cx="822960" cy="822960"/>
          </a:xfrm>
          <a:prstGeom prst="line">
            <a:avLst/>
          </a:prstGeom>
          <a:noFill/>
          <a:ln w="50800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011680" y="4114800"/>
            <a:ext cx="914400" cy="182880"/>
          </a:xfrm>
          <a:prstGeom prst="line">
            <a:avLst/>
          </a:prstGeom>
          <a:noFill/>
          <a:ln w="50800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926080" y="3474720"/>
            <a:ext cx="914400" cy="640080"/>
          </a:xfrm>
          <a:prstGeom prst="line">
            <a:avLst/>
          </a:prstGeom>
          <a:noFill/>
          <a:ln w="50800">
            <a:solidFill>
              <a:srgbClr val="E859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840480" y="2651760"/>
            <a:ext cx="914400" cy="822960"/>
          </a:xfrm>
          <a:prstGeom prst="line">
            <a:avLst/>
          </a:prstGeom>
          <a:noFill/>
          <a:ln w="50800">
            <a:solidFill>
              <a:srgbClr val="E859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754880" y="2103120"/>
            <a:ext cx="548640" cy="548640"/>
          </a:xfrm>
          <a:prstGeom prst="line">
            <a:avLst/>
          </a:prstGeom>
          <a:noFill/>
          <a:ln w="50800">
            <a:solidFill>
              <a:srgbClr val="E859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50657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956816" y="42428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871216" y="405993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85616" y="34198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0016" y="259689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248656" y="204825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816352" y="4005072"/>
            <a:ext cx="219456" cy="219456"/>
          </a:xfrm>
          <a:prstGeom prst="ellipse">
            <a:avLst/>
          </a:prstGeom>
          <a:solidFill>
            <a:srgbClr val="4DA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62763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041" y="1775033"/>
            <a:ext cx="272125" cy="2721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13448" y="1545336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sobre o satélite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013448" y="185623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georreferenciado (SIRGAS2000 / UTM) sobre a imagem real do terreno.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2743200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41" y="2890601"/>
            <a:ext cx="272125" cy="2721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13448" y="2660904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Posição em tempo real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7013448" y="29718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azul mostra onde a equipe está em relação ao traçado e às estacas.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63640" y="3858768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41" y="4006169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13448" y="3776472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na tela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7013448" y="408736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e áreas calculadas no plano UTM, direto no mapa.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263640" y="4974336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1" y="5121737"/>
            <a:ext cx="272125" cy="27212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13448" y="4892040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offline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7013448" y="520293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da obra vai embutido no app — sem depender de sinal.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RDO pronto e produção na palma da mão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1F3F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49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diário em PDF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em segundos, direto no celular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numeradas e legendadas, agrupadas por atividade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Equipe, máquinas, DDS e horários no cabeçalho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do dia listadas automaticamente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ou compartilhar (WhatsApp, e-mail) na hora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46304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1F2933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78308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9385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no app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75120" y="26060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dia e dos últimos 7 dias (registros e fotos)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mais frequente da semana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agrupado por trecho, KM e atividade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Miniaturas das fotos para achar tudo rápido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centralizado: a obra inteira em um só lugar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1F3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391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0512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campo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(celulares)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89204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8590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39112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88152" y="17830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86968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1F3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039112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65792" y="17830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gestor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(escritório)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3383280" y="2286000"/>
            <a:ext cx="137160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7360920" y="2286000"/>
            <a:ext cx="137160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548640" y="34290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1F3F5"/>
          </a:solidFill>
          <a:ln/>
        </p:spPr>
      </p:sp>
      <p:sp>
        <p:nvSpPr>
          <p:cNvPr id="15" name="Shape 10"/>
          <p:cNvSpPr/>
          <p:nvPr/>
        </p:nvSpPr>
        <p:spPr>
          <a:xfrm>
            <a:off x="777240" y="3648456"/>
            <a:ext cx="530352" cy="530352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3786348"/>
            <a:ext cx="254569" cy="2545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593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Sincronização automática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63040" y="3931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 fotos de todas as equipes sobem sozinhos quando há rede.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263640" y="34290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1F3F5"/>
          </a:solidFill>
          <a:ln/>
        </p:spPr>
      </p:sp>
      <p:sp>
        <p:nvSpPr>
          <p:cNvPr id="20" name="Shape 14"/>
          <p:cNvSpPr/>
          <p:nvPr/>
        </p:nvSpPr>
        <p:spPr>
          <a:xfrm>
            <a:off x="6492240" y="3648456"/>
            <a:ext cx="530352" cy="530352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132" y="3786348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3593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usuários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178040" y="3931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desativar e redefinir senha de qualquer usuário, centralmente.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983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1F3F5"/>
          </a:solidFill>
          <a:ln/>
        </p:spPr>
      </p:sp>
      <p:sp>
        <p:nvSpPr>
          <p:cNvPr id="25" name="Shape 18"/>
          <p:cNvSpPr/>
          <p:nvPr/>
        </p:nvSpPr>
        <p:spPr>
          <a:xfrm>
            <a:off x="777240" y="5202936"/>
            <a:ext cx="530352" cy="530352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5340828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63040" y="51480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remota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1463040" y="5486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do projeto e mapa atualizados sem reinstalar o app.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263640" y="4983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1F3F5"/>
          </a:solidFill>
          <a:ln/>
        </p:spPr>
      </p:sp>
      <p:sp>
        <p:nvSpPr>
          <p:cNvPr id="30" name="Shape 22"/>
          <p:cNvSpPr/>
          <p:nvPr/>
        </p:nvSpPr>
        <p:spPr>
          <a:xfrm>
            <a:off x="6492240" y="5202936"/>
            <a:ext cx="530352" cy="530352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132" y="5340828"/>
            <a:ext cx="254569" cy="25456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78040" y="51480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controlado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7178040" y="5486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só envia dados; leitura e administração ficam restritas à gestão.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trás: um app que funciona sozinho no campo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é gravada primeiro no próprio celular e, quando há internet, sobe para a nuvem — sem o usuário precisar pensar nisso.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1F3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671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48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celular  ·  offline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009473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18488" y="2779776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local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18488" y="309067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 fotos ficam salvos no aparelho no instante da captura.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3832433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18488" y="3602736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Processador dedicado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618488" y="391363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carimbo da foto roda em segundo plano, sem travar a câmera.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50799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4655393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18488" y="4425696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Independente de sinal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618488" y="473659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fluxo de campo funciona sem internet.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99632" y="187452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1F2933"/>
          </a:solidFill>
          <a:ln/>
        </p:spPr>
      </p:sp>
      <p:sp>
        <p:nvSpPr>
          <p:cNvPr id="20" name="Shape 14"/>
          <p:cNvSpPr/>
          <p:nvPr/>
        </p:nvSpPr>
        <p:spPr>
          <a:xfrm>
            <a:off x="6492240" y="2130552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23113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68312" y="21488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nuvem  ·  central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519672" y="286207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073" y="3009473"/>
            <a:ext cx="272125" cy="272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2779776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central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7269480" y="309067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de todas as equipes reunida em um só lugar.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519672" y="368503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073" y="3832433"/>
            <a:ext cx="272125" cy="2721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3602736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organizadas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7269480" y="391363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Armazenadas na nuvem, em pastas por encarregado.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519672" y="4507992"/>
            <a:ext cx="566928" cy="566928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073" y="4655393"/>
            <a:ext cx="272125" cy="27212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69480" y="4425696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controlado</a:t>
            </a:r>
            <a:endParaRPr lang="en-US" sz="1550" dirty="0"/>
          </a:p>
        </p:txBody>
      </p:sp>
      <p:sp>
        <p:nvSpPr>
          <p:cNvPr id="34" name="Text 24"/>
          <p:cNvSpPr/>
          <p:nvPr/>
        </p:nvSpPr>
        <p:spPr>
          <a:xfrm>
            <a:off x="7269480" y="473659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só envia; ler e administrar fica com a gestão.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E3D1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742432"/>
            <a:ext cx="438912" cy="43891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508760" y="5623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automática.  </a:t>
            </a:r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que o celular encontra internet, os registros e fotos pendentes sobem sozinhos — nada é digitado duas vezes.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trás: a tecnologia que garante precisão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5564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1912559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1737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que entende o projeto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27632" y="217627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posição é convertida para coordenadas técnicas (UTM / SIRGAS 2000) e comparada com as estacas reais do projeto — a mais próxima, em metros, é sugerida.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5564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871" y="1912559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42632" y="17373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carimbada sem travar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42632" y="217627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data, hora, coordenadas e minimapa são gravados por um processador dedicado, então a câmera fica livre para a próxima foto.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7880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4335719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27632" y="4160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sobre o terreno real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27632" y="459943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do CAD é sobreposto à imagem de satélite respeitando a projeção cartográfica — alinhado ao mundo, não "colado" por cima.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1F3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4178808"/>
            <a:ext cx="603504" cy="603504"/>
          </a:xfrm>
          <a:prstGeom prst="ellipse">
            <a:avLst/>
          </a:prstGeom>
          <a:solidFill>
            <a:srgbClr val="FFE3D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71" y="4335719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42632" y="4160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seguros e sem duplicar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42632" y="459943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envio é protegido e à prova de repetição: o registro sobe uma única vez, mesmo se a conexão cair no meio do caminho.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— parte 1: fazer o registro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901952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18196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no app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220370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login com e-mail e senha. A sessão fica salva: nas próximas vezes o app abre direto na tela de registro.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364992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32826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pela localização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11680" y="366674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"Preencher pela minha localização" — trecho, KM e estaca vêm automáticos. Depois confirme a estaca final e o sentido da via.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828032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4745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atividade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11680" y="512978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para a etapa 2, escolha a atividade e o serviço, e descreva o que foi feito (digitando ou ditando por voz).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para um serviço repetido, use "Importar de uma atividade anterior" e só ajuste o que mudou.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— parte 2: foto, relatório e envio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901952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18196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Fotografe a frente de serviço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220370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 o celular na horizontal e toque no botão. A foto sai carimbada com data, hora, estaca, coordenadas e minimapa da posição.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364992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32826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 o relatório do dia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11680" y="366674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aba Relatório, escolha o dia e gere o RDO em PDF, com as fotos numeradas e os dados da equipe. Imprima ou compartilhe na hora.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4828032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28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4745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Deixe o resto com o app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11680" y="512978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 fotos sobem sozinhos para a central quando houver internet. O gestor acompanha tudo — você não precisa fazer mais nada.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sinal na frente de serviço? Tudo continua funcionando; o envio acontece quando a rede voltar.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para a empresa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no processo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3101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registro ao relatório, tudo digital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1F3F5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fotos com prova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33101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hora, estaca e serviço em cada imagem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1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35508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não horas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3101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fechar o RDO de cada frente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1874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18972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única de dados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0" y="33101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todas as equipes no mesmo lugar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"Menos retrabalho no escritório, mais confiança na medição —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história da obra documentada dia a dia."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108960"/>
            <a:ext cx="36576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6868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E8590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042416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colocar em campo?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2296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Piloto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2926080" y="30358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frente de serviço usa o app por 2 semanas, com acompanhamento.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22960" y="37307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Ajustes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926080" y="3749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Refinamos tabelas, mapa e relatório com o feedback do campo.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44439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Implantação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926080" y="44622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as demais frentes e treinamento das equipes.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Souza  •  gs0193814@gmail.com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2026-07-21T10:48:35Z</dcterms:created>
  <dcterms:modified xsi:type="dcterms:W3CDTF">2026-07-21T10:48:35Z</dcterms:modified>
</cp:coreProperties>
</file>